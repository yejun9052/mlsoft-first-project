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docs/11-프로젝트-흐름.md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docs/11-프로젝트-흐름.md</a:t>
            </a:r>
          </a:p>
          <a:p>
            <a:r>
              <a:t>frontend/src/pages/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브리프 §0·§3 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A6BFE6"/>
                </a:solidFill>
                <a:latin typeface="맑은 고딕"/>
                <a:ea typeface="맑은 고딕"/>
              </a:rPr>
              <a:t>프로젝트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828800"/>
            <a:ext cx="10698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lang="ko-KR">
                <a:solidFill>
                  <a:srgbClr val="FFFFFF"/>
                </a:solidFill>
                <a:latin typeface="맑은 고딕"/>
                <a:ea typeface="맑은 고딕"/>
              </a:rPr>
              <a:t>연차ON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연차와 복리후생 업무를 한곳에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신청부터 결재, 잔액 계산과 안내까지 연결한 사내 관리 시스템입니다.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사원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28416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캘린더에서 신청하고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내 잔액과 처리 결과를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6060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328416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결재함에서 승인·반려하고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팀의 휴가와 일정을 확인한다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6060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총관리자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328416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조직·정책·이메일을 관리하고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입사부터 퇴직까지 처리한다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직원이 쓰는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날짜를 고르고, 신청하고, 처리 결과를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캘린더에서 연차와 반차를 신청한다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67712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종일·오전반차·오후반차를 선택하고 승인자를 확인합니다.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" y="2660904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9776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팀장이 결재함에서 승인·반려한다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18688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대기 중인 신청과 처리 결과를 한곳에서 확인합니다.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1600" y="3611880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730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복리후생을 신청해 보너스 연차를 받는다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9664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경조·포상 등 정책별 신청은 승인될 때 연차에 더해집니다.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71600" y="4562856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68172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81728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외근·출장·재택·교육을 일정으로 기록한다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120640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결재 없이 등록하며 연차 잔액은 차감하지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관리자가 운영하는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조직·정책과 반복 업무를 화면에서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37360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조직·구성원·연차 정책을 관리한다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76272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부서와 역할, 근속별 부여 기준, 관리자 설정 12개를 관리합니다.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" y="2459736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57860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연차 부여·적립·안내·파기를 자동으로 처리한다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17520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매일 새벽 5개 작업을 정해진 순서로 실행합니다.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1600" y="3300984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41985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19856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관련자에게 이메일로 신청·결재 결과를 알린다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58768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첫 로그인 승인, 생일 반차, 소진 안내, 파기 예고도 연결됩니다.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71600" y="4142232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261104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61104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메일 양식을 고치고 대상을 골라 일괄 발송한다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00016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제목·본문·변수를 편집하고 발송 이력과 실패 건을 확인합니다.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71600" y="4983480"/>
            <a:ext cx="9875520" cy="0"/>
          </a:xfrm>
          <a:prstGeom prst="line">
            <a:avLst/>
          </a:prstGeom>
          <a:ln w="8890">
            <a:solidFill>
              <a:srgbClr val="D5DD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1023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02352"/>
            <a:ext cx="100126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퇴직·개인정보 파기·재입사를 처리한다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541264"/>
            <a:ext cx="10012680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보존 기간과 파기 보류를 관리하고, 이전 근속 구간을 보존합니다.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핵심 기능은 코드와 테스트가 있으며, 운영 배포와 실제 환경 검증은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남은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사용자 시나리오별 화면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문의 기능 개발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반영과 배포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일부 조직 변경의 동시 처리 보완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00584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ko-KR">
                <a:solidFill>
                  <a:srgbClr val="A6BFE6"/>
                </a:solidFill>
                <a:latin typeface="맑은 고딕"/>
                <a:ea typeface="맑은 고딕"/>
              </a:rPr>
              <a:t>연차ON · 프로젝트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057400"/>
            <a:ext cx="1065276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ko-KR">
                <a:solidFill>
                  <a:srgbClr val="FFFFFF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408736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ko-KR">
                <a:solidFill>
                  <a:srgbClr val="B8CBE5"/>
                </a:solidFill>
                <a:latin typeface="맑은 고딕"/>
                <a:ea typeface="맑은 고딕"/>
              </a:rPr>
              <a:t>신청과 결재 · 잔액 계산 · 자동 처리 · 관리자 운영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59536" y="5047488"/>
            <a:ext cx="10433304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59536" y="5385816"/>
            <a:ext cx="1044244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연차ON · MLsoft 사내 연차·복리후생 관리 시스템 V2</dc:title>
  <dc:subject>프로젝트 소개 · 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