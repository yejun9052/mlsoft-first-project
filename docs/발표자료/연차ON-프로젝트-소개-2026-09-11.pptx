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828800"/>
            <a:ext cx="10698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lang="ko-KR">
                <a:solidFill>
                  <a:srgbClr val="FFFFFF"/>
                </a:solidFill>
                <a:latin typeface="맑은 고딕"/>
                <a:ea typeface="맑은 고딕"/>
              </a:rPr>
              <a:t>연차ON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0896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총 3회 재시도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저장만 되고 화면에는 마스킹된 값만 보입니다. 공휴일은 요청마다 외부를 부르지 않고 DB 캐시를 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핵심 기능은 코드와 테스트가 있으며, 운영 배포와 실제 환경 검증은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남은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사용자 시나리오별 화면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문의 기능 개발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반영과 배포 검증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일부 조직 변경의 동시 처리 보완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연차ON · MLsoft 사내 연차·복리후생 관리 시스템 V2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