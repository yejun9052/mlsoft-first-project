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 — CREATE TABLE 21개, FOREIGN KEY 27개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78308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B8CBE5"/>
                </a:solidFill>
                <a:latin typeface="맑은 고딕"/>
                <a:ea typeface="맑은 고딕"/>
              </a:rPr>
              <a:t>시스템 구성 · 데이터베이스 · 기능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데이터베이스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사원(users)을 중심으로 21개 테이블이 7개 영역으로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69164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조직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 부서 (parent_id 계층 · leader_id 팀장)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employment_periods 과거 근속 구간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474720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연차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leave_requests 신청 · leave_dates 날짜별 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leave_action_history 처리 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leave_reset_history 기산일 스냅샷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691640"/>
            <a:ext cx="33649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welfare_policies 정책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welfare_requests 신청 (policy_id)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welfare_action_history 처리 이력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127248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일정 · 공휴일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schedule_entries 개인 일정 · schedule_dates 날짜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holidays 공휴일 캐시 (독립)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3200400"/>
            <a:ext cx="2240280" cy="96012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맑은 고딕"/>
                <a:ea typeface="맑은 고딕"/>
              </a:rPr>
              <a:t>users 사원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잔액 3필드 · 기산일 · 역할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온보딩 · 퇴직/파기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3127248"/>
            <a:ext cx="33649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 발송 큐·이력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leave_reminder_dispatch 소진 안내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email_templates 양식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434840"/>
            <a:ext cx="3291840" cy="123444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정책 · 자격 증명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leave_policy 근속별 부여 · leave_policy_config 설정 12키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mail_credentials · holiday_api_credentials (암호화 저장)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434840"/>
            <a:ext cx="3474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감사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admin_audit_log 관리자 조작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누가 · target_user_id 누구에게 · action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52628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화살표는 users를 참조하는 외래 키입니다.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정책·자격 증명은 사원과 무관한 설정입니다.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파기 시 행을 지우지 않고 값만 익명화합니다.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926080"/>
            <a:ext cx="0" cy="27432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3620" y="4160520"/>
            <a:ext cx="0" cy="27432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13632" y="3675887"/>
            <a:ext cx="10698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3675887"/>
            <a:ext cx="96011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33087" y="3401568"/>
            <a:ext cx="850393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33087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13632" y="2743200"/>
            <a:ext cx="219455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401568"/>
            <a:ext cx="74980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973568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73568" y="2743200"/>
            <a:ext cx="210311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0" y="2935224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245BCE"/>
                </a:solidFill>
                <a:latin typeface="맑은 고딕"/>
                <a:ea typeface="맑은 고딕"/>
              </a:rPr>
              <a:t>user_id · 승인자 2명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87952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actor_id · target_user_id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1985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일수는 소수 첫째 자리까지 저장합니다. 상태 값은 DB ENUM으로 제한해 잘못된 값이 들어가지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핵심 테이블의 주요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자주 보게 될 여섯 테이블입니다. 컬럼 이름은 실제 스키마 그대로입니다.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7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514600"/>
                <a:gridCol w="6537960"/>
              </a:tblGrid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담나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컬럼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users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사원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계정·역할·소속과 연차 잔액,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퇴직·파기 상태까지 한 행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base_days · bonus_days · use_days 잔액 3필드 (advance_days는 파생) · hire_date · last_reset_date 기산일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role · onboarding_status · is_active · retired_at · purged_at · purge_hold_reason · version 낙관적 락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leave_requests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+ leave_dates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 1건과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날짜별 행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status (PENDING · APPROVED · REJECTED · CANCELLED · CANCEL_PENDING) · leave_type (종일 · 오전 · 오후) · days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primary_approver_id · sub_approver_id · request_reason · cancel_reason · advance_used_days · leave_dates.day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welfare_requests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 신청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policy_id · category · target · add_days (승인 시 bonus_days에 가산) · status · 승인자 2명 · reason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department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 계층과 팀장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name · parent_id (상위 부서) · leader_id (팀장) · system_default (미배정 부서) · active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email_history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발송 큐이자 이력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email_type · status (PENDING · SENDING · SENT · FAILED) · retry_count · sending_at · sent_at · error_message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title · content (보낸 HTML 원문 보관)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admin_audit_log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조작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actor_id 누가 · action 13종 · target_user_id · target_label 누구에게 · before_value · after_value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승인자 2명(기본·서브)은 연차와 복리후생이 같은 방식으로 갖습니다. 처리 이력은 별도 *_action_history 테이블에 쌓입니다.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기능은 코드와 테스트가 있으며, 실제 운영 환경에서의 확인이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계정으로 로그인해 실제 사원 데이터로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연동(SMTP · 공휴일 API)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